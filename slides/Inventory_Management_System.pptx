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2011680" cy="2011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91440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7315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DAO Pattern and File Persistence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B2D3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GUI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77440" y="329184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B2D3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7744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329184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B2D3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3291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Ready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663440"/>
            <a:ext cx="8686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II Project  •  Object-Oriented Programming with Java  •  rish0422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31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lack affordable tools to manage inventory effectively.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leads to: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and overstock situations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from poor visibility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low-stock alerts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expensive enterprise ERP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2519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34440"/>
            <a:ext cx="42519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187452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offline Java desktop app for complete inventory management.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Pattern for clean architecture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 persistence (no DB setup)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Java Swing GUI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100% offline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737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53312"/>
            <a:ext cx="438912" cy="438912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9903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" y="18745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products with full field validation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51760" cy="1737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1353312"/>
            <a:ext cx="438912" cy="438912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9903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Persistence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74136" y="18745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products.dat survives restarts — zero DB needed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72200" y="1188720"/>
            <a:ext cx="2651760" cy="1737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11887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36792" y="1353312"/>
            <a:ext cx="438912" cy="438912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3990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0216" y="187452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by product name or category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320040" y="3108960"/>
            <a:ext cx="2651760" cy="1737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10896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4632" y="3273552"/>
            <a:ext cx="438912" cy="438912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31927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0584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48056" y="379476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row highlighting for products below threshold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246120" y="3108960"/>
            <a:ext cx="2651760" cy="1737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310896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410712" y="3273552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319272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3192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Operations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374136" y="379476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and deduct quantities with validation guardrails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6172200" y="3108960"/>
            <a:ext cx="2651760" cy="1737360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310896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36792" y="3273552"/>
            <a:ext cx="438912" cy="438912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319272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5800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Safety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300216" y="379476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shown via dialogs — no silent crashes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Applied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143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54480"/>
            <a:ext cx="54864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5448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ProductDAO.java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hides all implementation details from UI/Service layers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84832"/>
            <a:ext cx="8595360" cy="493776"/>
          </a:xfrm>
          <a:prstGeom prst="rect">
            <a:avLst/>
          </a:prstGeom>
          <a:solidFill>
            <a:srgbClr val="EBF0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84832"/>
            <a:ext cx="54864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08483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084832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ProductDAOImpl.java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DAO interface, inheriting its full contract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15184"/>
            <a:ext cx="54864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6151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2615184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ProductService.java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61518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ProductDAO reference points to ProductDAOImpl at runtime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45536"/>
            <a:ext cx="8595360" cy="493776"/>
          </a:xfrm>
          <a:prstGeom prst="rect">
            <a:avLst/>
          </a:prstGeom>
          <a:solidFill>
            <a:srgbClr val="EBF0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145536"/>
            <a:ext cx="54864" cy="4937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4553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3145536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Product.java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14553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fields, public getters/setters; validation hidden in Service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85953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675888"/>
            <a:ext cx="54864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67588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14600" y="3675888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Layers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67588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 dialogs surface errors without crashing the app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206240"/>
            <a:ext cx="8595360" cy="493776"/>
          </a:xfrm>
          <a:prstGeom prst="rect">
            <a:avLst/>
          </a:prstGeom>
          <a:solidFill>
            <a:srgbClr val="EBF0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206240"/>
            <a:ext cx="54864" cy="4937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20624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Collections/Streams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14600" y="420624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ProductDAOImpl.java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420624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List&lt;Product&gt; + Java Streams API for filter and search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749808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44168"/>
            <a:ext cx="438912" cy="438912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898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(Swing)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5910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MainFrame · ProductTablePanel · ProductFormPanel · SearchPanel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1938528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320040" y="2084832"/>
            <a:ext cx="8503920" cy="749808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2084832"/>
            <a:ext cx="73152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" y="2240280"/>
            <a:ext cx="438912" cy="438912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28600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21579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51560" y="2487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ProductService — business logic, validation, orchestration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434840" y="2834640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320040" y="2980944"/>
            <a:ext cx="8503920" cy="749808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20040" y="2980944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4632" y="3136392"/>
            <a:ext cx="438912" cy="43891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8211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Layer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51560" y="3383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ProductDAO (interface)  →  ProductDAOImpl (file-based impl.)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434840" y="3730752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320040" y="3877056"/>
            <a:ext cx="8503920" cy="749808"/>
          </a:xfrm>
          <a:prstGeom prst="rect">
            <a:avLst/>
          </a:prstGeom>
          <a:solidFill>
            <a:srgbClr val="162232"/>
          </a:solidFill>
          <a:ln w="12700">
            <a:solidFill>
              <a:srgbClr val="1B2D3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0040" y="3877056"/>
            <a:ext cx="73152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4632" y="4032504"/>
            <a:ext cx="438912" cy="438912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078224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5156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1051560" y="42793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products.dat — serialised List&lt;Product&gt; binary file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1B2D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communicates ONLY with the layer directly below it — strict separation of concerns.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138160" cy="3730752"/>
          </a:xfrm>
          <a:prstGeom prst="rect">
            <a:avLst/>
          </a:prstGeom>
          <a:solidFill>
            <a:srgbClr val="000000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pp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1288"/>
            <a:ext cx="8046720" cy="3639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23444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234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Panel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0" y="260604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2606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 (Red)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83680" y="123444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0D1B2A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Form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4747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Version: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or higher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(built-in)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880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required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429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Support: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/ Linux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1143000"/>
            <a:ext cx="48006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1143000"/>
            <a:ext cx="48006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12618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Run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60520" y="182880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103120"/>
            <a:ext cx="41148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https://github.com/rish0422/term-ii-project-submission-rish0422.git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25603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Project Directory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41148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834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term-ii-project-submission-rish0422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60520" y="329184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All Source Files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3566160"/>
            <a:ext cx="41148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5661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src/*.java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60520" y="40233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Application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0" y="4297680"/>
            <a:ext cx="4114800" cy="347472"/>
          </a:xfrm>
          <a:prstGeom prst="rect">
            <a:avLst/>
          </a:prstGeom>
          <a:solidFill>
            <a:srgbClr val="0A1628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297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Main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E7490">
              <a:alpha val="1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914400"/>
            <a:ext cx="5486400" cy="3200400"/>
          </a:xfrm>
          <a:prstGeom prst="rect">
            <a:avLst/>
          </a:prstGeom>
          <a:solidFill>
            <a:srgbClr val="162232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914400"/>
            <a:ext cx="54864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097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8288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1920240" y="26060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2024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Pattern  •  Java Swing  •  File Persistence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20240" y="34290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github.com/rish0422/term-ii-project-submission-rish0422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4663440"/>
            <a:ext cx="8686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II  •  Object-Oriented Programming with Java  •  rish0422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Management System</dc:title>
  <dc:subject>PptxGenJS Presentation</dc:subject>
  <dc:creator>PptxGenJS</dc:creator>
  <cp:lastModifiedBy>PptxGenJS</cp:lastModifiedBy>
  <cp:revision>1</cp:revision>
  <dcterms:created xsi:type="dcterms:W3CDTF">2026-03-29T11:49:28Z</dcterms:created>
  <dcterms:modified xsi:type="dcterms:W3CDTF">2026-03-29T11:49:28Z</dcterms:modified>
</cp:coreProperties>
</file>